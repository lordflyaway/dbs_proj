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cloud-hosted PostgreSQL (Supabase) database with a web admin panel that automates monthly payroll.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EMPLOYEE at the centre. Double lines show total participation (every employee must be in a department and have a designation). REPORTS_TO is recursive. INCLUDES is M:N with attribute amount. Dashed ovals are derived (age, hours_worked, no_of_days, gross/net salary).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Employee Payroll Management System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BCSE302L Database Systems  |  Course Project – Review I: Problem Analysis &amp; Database Design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&lt;Student Name&gt;  ·  &lt;Register Number&gt;          Guide: &lt;Faculty Name&gt;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Spreadsheet payroll is error-prone and unauditable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Manual calculation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HRA, DA, PF, tax and loss-of-pay are worked out by hand every month.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1737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&amp; inconsistent data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same employee or department is typed into many sheets.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1344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1737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rule enforcement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Nothing stops a duplicate payslip, a negative salary or self-approved leave.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7696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173736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720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72016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history or reports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Hard to answer: what did the Sales department cost last month?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5262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Problem statement: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design a centralised, consistent database that stores employee, attendance, leave and salary-structure data, and computes each employee’s monthly gross and net salary (including loss-of-pay), with business rules enforced by constraints and triggers instead of manual checks.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 and users of the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 source of truth for employees, departments and designations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Record attendance and leave; compute loss-of-pay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Configurable allowances and deductions (fixed or % of basic)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Generate the whole month’s payroll and itemised payslips in one step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Enforce integrity with PK/FK, CHECK, UNIQUE, DEFAULT and triggers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Web admin panel connected to the database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4813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HR Administrator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Departments, designations, employees, attendance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587752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8620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Payroll Officer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090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Salary components, monthly payroll run, payments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803904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913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Reporting Manager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43068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Approves or rejects leave of their team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5020056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52943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5294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5129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Employee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55229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Views payslips and attendance; applies for leave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Requirements cover the full monthly payroll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 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Departments, designations, pay grades, department head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14016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8376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837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23744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Employees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23744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Personal, PAN and bank details; manager;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Attendance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Daily check-in/out; one row per employee per day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4768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39128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3912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Apply → manager approves → attendance updated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10144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04504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0450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19872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Payroll run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LOP, allowances, deductions, gross and net pay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988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69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85248" y="2286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 &amp; reports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85248" y="27432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Mark paid, payslip, department cost reports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43484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scope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 master data, attendance, leave, salary components, payroll generation, payslips, payment records, management reports.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17920" y="4297680"/>
            <a:ext cx="53949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443484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Out of scope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bank transfers, full income-tax regime calculation, recruitment, appraisals, biometric hardware. TDS is a simple % deduction.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Seven entities hold the payroll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EMPLOYEE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emp_id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name (first, last), email, phone, gender, dob, age*, joining date, PAN, bank a/c, IFSC, status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24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24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dept_id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00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dept_name, location, created_on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31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desig_id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970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title, pay_grade, basic_salary, annual_leave_quota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38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ATTENDANCE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5038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attendance_id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041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att_date, check_in, check_out, status, hours_worked*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LEAVE_REQUEST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leave_id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7830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leave_type, start/end date, no_of_days*, reason, status, applied_on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2532888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624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SALARY_COMPONENT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624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component_id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9900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name, type (Allowance/Deduction), calc_method (Fixed/%), value, is_taxable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3739896"/>
            <a:ext cx="539496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831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PAYROLL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PK: payroll_id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1970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pay period (month, year), working/LOP days, basic, allowances, deductions, gross*, net*, status, payment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* derived attribute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Nine relationships, including recursive, 1:1 and M:N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14630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WORKS_IN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– Employee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employee is in one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department has at most one 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 – Employee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employee has one designation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REPORTS_TO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Employee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Recursive: manager ↔ subordinates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Attendance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attendance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Leave_Request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applies for 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Leave_Request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approves 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– Payroll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payroll per employee per 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– Salary_Component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8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Payslip line items, attribute: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diagram (Chen notation)</a:t>
            </a:r>
            <a:endParaRPr lang="en-US" sz="3000" dirty="0"/>
          </a:p>
        </p:txBody>
      </p:sp>
      <p:pic>
        <p:nvPicPr>
          <p:cNvPr id="3" name="Image 0" descr="C:\Users\krish\Downloads\payroll-dbms\diagrams\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1188720"/>
            <a:ext cx="9564624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Relational schema: 8 tables with PK/FK links</a:t>
            </a:r>
            <a:endParaRPr lang="en-US" sz="3000" dirty="0"/>
          </a:p>
        </p:txBody>
      </p:sp>
      <p:pic>
        <p:nvPicPr>
          <p:cNvPr id="3" name="Image 0" descr="C:\Users\krish\Downloads\payroll-dbms\diagrams\relational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188720"/>
            <a:ext cx="8695944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ER model became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Strong entities → tables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7 entities became 7 tables with SERIAL surrogate primary keys.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Composite → simple columns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11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name → first_name, last_name; pay period → pay_month, pay_year.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1:N → FK on the N side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employee.dept_id, employee.desig_id, attendance.emp_id, payroll.emp_id 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200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Recursive → self FK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employee.reports_to references employee.emp_id.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1:1 → FK + UNIQUE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department.head_emp_id (UNIQUE): each department has at most one head.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800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M:N → new table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212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payroll_detail(payroll_id, component_id, amount) with a composite PK.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All tables are in 3NF. Gross and net salary are stored on purpose as a monthly snapshot, so old payslips stay correct when salary rules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Business rules enforced inside the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UNIQUE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attendance row per employee per 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payroll per employee per month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 email, phone, PAN, bank a/c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4992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CHECK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210312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PAN, IFSC and phone formats (regex)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end_date ≥ start_date; check_out &gt; check_in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LOP days ≤ working days; net salary ≥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Employee at least 18 at joining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DEFAULT / NOT NULL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210312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= 'Active' / 'Pending' / 'Generated'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date_of_joining, applied_on = CURRENT_DATE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identity and salary fields NOT NULL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7696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FK actions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210312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Payroll history: RESTRICT delete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Attendance &amp; leave: CASCADE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Manager / approver: SET NULL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Architecture: web admin panel on Supabase PostgreSQL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operation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Admin fills a form in the web panel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8608" y="233172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6352" y="1463040"/>
            <a:ext cx="2011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3512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 / PL/pgSQL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supabase-js sends the query or calls a procedure (RPC)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1463040"/>
            <a:ext cx="20116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21224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DB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21224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Constraints and triggers validate the change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14032" y="233172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1463040"/>
            <a:ext cx="2011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8936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Update / retrieval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Tables are changed or read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33172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19488" y="1463040"/>
            <a:ext cx="2011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56648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56648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Payslip, table or report shown in the panel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31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Database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3931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PostgreSQL 15 on Supabase (cloud)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931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Connectivity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931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supabase-js client / PostgREST API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74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Front end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HTML, CSS, JavaScript admin panel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507492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5074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Security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Supabase Auth + Row Level Security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Next: data, queries and PL/pgSQL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Review II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 Procedures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138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generate_monthly_payroll, process_leave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45720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 Functions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5138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fn_lop_days, fn_component_amount, fn_leave_balance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5720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 Cursor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5138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loops over active employees in the payroll run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3960" y="45720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3 Triggers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513892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leave → attendance, lock paid payroll, validate manager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roll Ledger">
  <a:themeElements>
    <a:clrScheme name="Payroll Ledger">
      <a:dk1>
        <a:srgbClr val="1B2B26"/>
      </a:dk1>
      <a:lt1>
        <a:srgbClr val="FFFFFF"/>
      </a:lt1>
      <a:dk2>
        <a:srgbClr val="16443A"/>
      </a:dk2>
      <a:lt2>
        <a:srgbClr val="EEF4F1"/>
      </a:lt2>
      <a:accent1>
        <a:srgbClr val="16443A"/>
      </a:accent1>
      <a:accent2>
        <a:srgbClr val="2F8F6B"/>
      </a:accent2>
      <a:accent3>
        <a:srgbClr val="D9A441"/>
      </a:accent3>
      <a:accent4>
        <a:srgbClr val="8FC4AE"/>
      </a:accent4>
      <a:accent5>
        <a:srgbClr val="5B6B66"/>
      </a:accent5>
      <a:accent6>
        <a:srgbClr val="B5473A"/>
      </a:accent6>
      <a:hlink>
        <a:srgbClr val="2F8F6B"/>
      </a:hlink>
      <a:folHlink>
        <a:srgbClr val="5B6B66"/>
      </a:folHlink>
    </a:clrScheme>
    <a:fontScheme name="Payroll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Management System – Review I</dc:title>
  <dc:subject>PptxGenJS Presentation</dc:subject>
  <dc:creator>PptxGenJS</dc:creator>
  <cp:lastModifiedBy>PptxGenJS</cp:lastModifiedBy>
  <cp:revision>1</cp:revision>
  <dcterms:created xsi:type="dcterms:W3CDTF">2026-10-06T09:45:20Z</dcterms:created>
  <dcterms:modified xsi:type="dcterms:W3CDTF">2026-10-06T09:45:20Z</dcterms:modified>
</cp:coreProperties>
</file>